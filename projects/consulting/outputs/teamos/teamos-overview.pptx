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Your AI-Assisted Work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36576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063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structured setup turns Claude into a persistent,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 partner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· teamme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Ad-Hoc AI Use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 — no memory of past decisions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gives generic answers without understanding your context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lives in chat history, not your systems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continuity between tools, projects, or team members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teamOS?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workspace that gives Claude persistent context, memory, and capabilities — turning it from a chatbot into a working partner.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always knows the mission, current priorities, and recent decisions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560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920240"/>
            <a:ext cx="2560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persists automatically across every session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920240"/>
            <a:ext cx="2560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1920240"/>
            <a:ext cx="2560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24688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extend Claude for specific domains and tasks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Has a Place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572000" cy="384048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teamme/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context/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brain/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wiki/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raw/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projects/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.claude/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commands/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rules/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plans/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Always-loaded instructions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Mission, strategy, decisions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Durable knowledge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Sub-projects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Slash commands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Domain capabilities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Persistent behaviour rules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Implementation plans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Files Are the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138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1005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instructions — loaded automatically every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8138160" cy="548640"/>
          </a:xfrm>
          <a:prstGeom prst="rect">
            <a:avLst/>
          </a:prstGeom>
          <a:solidFill>
            <a:srgbClr val="DDE8F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context/team-info.md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composition, roles, contacts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8138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context/project-info.md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is working on and why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8138160" cy="548640"/>
          </a:xfrm>
          <a:prstGeom prst="rect">
            <a:avLst/>
          </a:prstGeom>
          <a:solidFill>
            <a:srgbClr val="DDE8F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context/strategy.md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priorities, success metrics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8138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context/current-data.md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status, blockers, recent outputs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8138160" cy="548640"/>
          </a:xfrm>
          <a:prstGeom prst="rect">
            <a:avLst/>
          </a:prstGeom>
          <a:solidFill>
            <a:srgbClr val="DDE8F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context/decisions.md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decision log, newest-first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Claude needs is written down, versioned in git, and loaded automatically.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Remembers Across Sessions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Auto-memory stores key facts between conversations: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73152" cy="13258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60020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201168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are, how you prefer to 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508760"/>
            <a:ext cx="73152" cy="13258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60020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62272" y="201168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do X" / "Always do Y" — learned preferences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73152" cy="13258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10896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" y="352044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state, recent decisions, active priorities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01752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3017520"/>
            <a:ext cx="73152" cy="13258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310896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62272" y="352044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to external systems and resources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365760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brain/raw/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291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capture: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notes, ideas,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problems, 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914400"/>
            <a:ext cx="3657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14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brain/wiki/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291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reusable patterns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from raw.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new work.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2011680"/>
            <a:ext cx="365760" cy="73152"/>
          </a:xfrm>
          <a:prstGeom prst="rect">
            <a:avLst/>
          </a:prstGeom>
          <a:solidFill>
            <a:srgbClr val="7A8CB8"/>
          </a:solidFill>
          <a:ln w="12700">
            <a:solidFill>
              <a:srgbClr val="7A8C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874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cycle: work produces insights → captured in raw/ → strong patterns promoted to wiki/ → Claude checks wiki before designing new approaches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the system gets smarter over 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Claude with Skills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domain-specific capability packs that Claude loads automatically when relevant.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6400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54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856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&amp; QA PowerPoint 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50876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508760"/>
            <a:ext cx="6400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554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90872" y="1856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external tool connections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86000"/>
            <a:ext cx="6400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331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skill-writer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26334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new skills for the workspace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228600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2286000"/>
            <a:ext cx="6400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331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create-plan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90872" y="26334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planning before implementation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632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63240"/>
            <a:ext cx="6400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108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brain-extract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" y="34107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insights from session 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30632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3063240"/>
            <a:ext cx="6400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3108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90872" y="34107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full workspace context on session start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Always-On, From Anywhere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claudeclaw turns Claude Code into a persistent background daemon.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138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90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Heartbeat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4904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check-ins — git status, blockers, reminders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21992"/>
            <a:ext cx="8138160" cy="713232"/>
          </a:xfrm>
          <a:prstGeom prst="rect">
            <a:avLst/>
          </a:prstGeom>
          <a:solidFill>
            <a:srgbClr val="EAF1FE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951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Cron jobs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2951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prompts on any schedule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026664"/>
            <a:ext cx="8138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998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Telegram bot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309981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Claude like a colleague, from any device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831336"/>
            <a:ext cx="8138160" cy="713232"/>
          </a:xfrm>
          <a:prstGeom prst="rect">
            <a:avLst/>
          </a:prstGeom>
          <a:solidFill>
            <a:srgbClr val="EAF1FE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904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Persistent session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9044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 across heartbeat, cron, and Telegram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Foundation: A Persistent Server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persist even when your laptop is closed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phone, tablet, or any device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run reliably on a fixed schedule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environment dependencies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3017520" cy="3840480"/>
          </a:xfrm>
          <a:prstGeom prst="rect">
            <a:avLst/>
          </a:prstGeom>
          <a:solidFill>
            <a:srgbClr val="0D1B4E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914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97880" y="14630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Linux VPS (Ubuntu LTS)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Claude Code + auth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claudeclaw daemon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Telegram bot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~$10/month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657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shift: from 'Claude on my laptop' to 'Claude on a server I can reach from anywhere.'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Looks Like Day-to-Day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060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60604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3317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fires → Claude checks git, flags blockers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/prime loads full context → ready in seconds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6060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14400"/>
            <a:ext cx="2606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914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508760"/>
            <a:ext cx="23317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for quick tasks away from desk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/create-plan before any non-trivial 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logged automatically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0176" y="914400"/>
            <a:ext cx="26060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0176" y="914400"/>
            <a:ext cx="2606040" cy="50292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914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session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17336" y="1508760"/>
            <a:ext cx="23317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/brain-extract captures what was learned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records what changed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2004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beats prompting —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well-organised workspace beats clever prompts every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64008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476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compounds —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221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brain make the system smarter over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64008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609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beat improvisation —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29352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procedures produce consistent, repeatable results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64008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741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 —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36484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from anywhere — always on, always reachable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64008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087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is replicable —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4361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concepts apply whether you're solo or running a team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teamOS · Stefan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teamOS: Engineering Your AI-Assisted Work</dc:title>
  <dc:subject>PptxGenJS Presentation</dc:subject>
  <dc:creator>Stefan</dc:creator>
  <cp:lastModifiedBy>Stefan</cp:lastModifiedBy>
  <cp:revision>1</cp:revision>
  <dcterms:created xsi:type="dcterms:W3CDTF">2026-04-22T19:47:50Z</dcterms:created>
  <dcterms:modified xsi:type="dcterms:W3CDTF">2026-04-22T19:47:50Z</dcterms:modified>
</cp:coreProperties>
</file>