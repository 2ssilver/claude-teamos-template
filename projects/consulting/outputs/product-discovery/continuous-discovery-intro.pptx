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365760" cy="49971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Habits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2004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00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2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Teresa Torres' framework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B2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building products customers love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strategic framing from Tim Herbig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Teresa Torres — Product Discovery Coach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of </a:t>
            </a:r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Discovery Habits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80,000+ copies sold worldwide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Coached 7,000+ product people through Product Talk Academy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working with product teams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Product Talk — one of the most widely-read product blogs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range from early-stage startups to Fortune 500s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960120"/>
            <a:ext cx="2926080" cy="228600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960120"/>
            <a:ext cx="64008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08192" y="96012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product teams are customer-centric. They talk to customers every week. They generate ideas based on real customer needs, and they test those ideas before they build them."  — Teresa Torres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86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Talk Academy  ·  producttalk.org  ·  Continuous Discovery Habits (2021)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done once is discovery done wrong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840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phase at start of project, then stop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write specs and hand off to designers and engineers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bets on features built over months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arrives too late to change course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optimise for output: shipping 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840480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987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nobody uses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expensive feedback loops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solving the wrong problems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treated as a one-time gate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calcify unchallenged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657600"/>
            <a:ext cx="6400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657600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feature ships, the team has forgotten why they made half the decisions they made. The world has moved 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is not a phase. It's a habit.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discovery is the practice of conducting small research activities on a regular cadence — at minimum weekly — by the team who builds the product.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205740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103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phase — a recurring habit embedded in how the team works every week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9659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05740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103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01568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Team-led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delegated to a researcher — the trio who builds the product does the discovering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9659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205740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103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36208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Outcome-focused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36208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always connected to a specific business outcome the team is trying to drive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315968"/>
            <a:ext cx="6400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315968"/>
            <a:ext cx="8001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be customer-centric without being in continuous contact with customers.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measuring what you ship. Start measuring what changes.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Output mindset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Outcome mindset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shipped 12 features this quarter"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5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"Checkout conversion increased by 8%"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delivered the roadmap"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5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"Customers are completing the task faster"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finished on time"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5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reduced support tickets by 30%"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971800"/>
            <a:ext cx="8229600" cy="438912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017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outcome is a change in customer behaviour that drives business results. It is not a feature, a project, or a deliverable.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566160"/>
            <a:ext cx="8229600" cy="804672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566160"/>
            <a:ext cx="6400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3566160"/>
            <a:ext cx="8001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team is assigned an outcome instead of a feature, they are free to discover the best solution — rather than executing a predetermined one.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without strategy is just exploring. Strategy without discovery is just guessing.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Herbig — Real Progress (2024)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31920" y="1463040"/>
            <a:ext cx="2194560" cy="164592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3108960"/>
            <a:ext cx="2194560" cy="-164592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3108960"/>
            <a:ext cx="43891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priorities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direction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0" y="3200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research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188720"/>
            <a:ext cx="1645920" cy="54864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0" y="2834640"/>
            <a:ext cx="16459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16459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59168" y="1188720"/>
            <a:ext cx="1920240" cy="841248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59168" y="1188720"/>
            <a:ext cx="64008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12435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→ OKRs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05472" y="15179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prevents OKRs from becoming generic metrics — defines the playing field and gives OKRs meaningful context.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59168" y="2121408"/>
            <a:ext cx="1920240" cy="841248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59168" y="2121408"/>
            <a:ext cx="64008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2176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 → Discovery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05472" y="2450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defined OKRs focus discovery on the most critical uncertainties. Without them, discovery sprawls.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59168" y="3054096"/>
            <a:ext cx="1920240" cy="841248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59168" y="3054096"/>
            <a:ext cx="64008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05472" y="3108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Strategy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05472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problems from discovery refine strategic direction. The wheel turns in both directions.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224528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224528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because a user problem exists does not mean that you need to solve it." — Tim Herbig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is a team sport, not a PM's job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194560" cy="1828800"/>
          </a:xfrm>
          <a:prstGeom prst="ellipse">
            <a:avLst/>
          </a:prstGeom>
          <a:solidFill>
            <a:srgbClr val="028090">
              <a:alpha val="5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005840"/>
            <a:ext cx="2194560" cy="1828800"/>
          </a:xfrm>
          <a:prstGeom prst="ellipse">
            <a:avLst/>
          </a:prstGeom>
          <a:solidFill>
            <a:srgbClr val="00A896">
              <a:alpha val="55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011680"/>
            <a:ext cx="2194560" cy="1828800"/>
          </a:xfrm>
          <a:prstGeom prst="ellipse">
            <a:avLst/>
          </a:prstGeom>
          <a:solidFill>
            <a:srgbClr val="057A8A">
              <a:alpha val="55000"/>
            </a:srgbClr>
          </a:solidFill>
          <a:ln w="19050">
            <a:solidFill>
              <a:srgbClr val="05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005840"/>
            <a:ext cx="3840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005840"/>
            <a:ext cx="38404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1042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47488" y="135331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outcome. Connects business strategy to customer needs.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103120"/>
            <a:ext cx="3840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103120"/>
            <a:ext cx="38404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Lead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7488" y="245059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Visualises opportunities and solutions. Leads interview sessions.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200400"/>
            <a:ext cx="3840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200400"/>
            <a:ext cx="38404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3236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54787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feasibility. Brings technical creativity to ideation.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297680"/>
            <a:ext cx="6400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4297680"/>
            <a:ext cx="8001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trio should discover together, not sequentially. This is what makes the team move fast without moving wrong.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live in your customers — not in your backlog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opportunity is any customer need, pain point, or desire that, if addressed, could help the team achieve its desired outcome.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060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26060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7282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039112"/>
            <a:ext cx="24231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 are trying to accomplish. The jobs they want done. Often the most stable category — needs change slowly.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6060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691640"/>
            <a:ext cx="2606040" cy="292608"/>
          </a:xfrm>
          <a:prstGeom prst="rect">
            <a:avLst/>
          </a:prstGeom>
          <a:solidFill>
            <a:srgbClr val="057A8A"/>
          </a:solidFill>
          <a:ln w="12700">
            <a:solidFill>
              <a:srgbClr val="05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7282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039112"/>
            <a:ext cx="24231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Friction, frustration, or barriers they experience today. High emotional charge — these are the opportunities customers feel most strongly.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6060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691640"/>
            <a:ext cx="260604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7282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6208" y="2039112"/>
            <a:ext cx="24231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they wish existed. Gaps they feel but haven't fully articulated. Often the most creative and differentiated opportunity space.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22192"/>
            <a:ext cx="82296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587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are not solutions — they are the reason a solution would be valuable.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43400"/>
            <a:ext cx="6400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343400"/>
            <a:ext cx="8001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jumping straight to solutions before the opportunity is clearly understood. Teams that skip this step build the right thing for the wrong reason.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Mapping the full landscape of customer needs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719072" y="1005840"/>
            <a:ext cx="1051560" cy="384048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19072" y="10058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4852" y="1389888"/>
            <a:ext cx="-1444752" cy="301752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91640"/>
            <a:ext cx="10515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6916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0100" y="2075688"/>
            <a:ext cx="0" cy="32004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" y="2395728"/>
            <a:ext cx="914400" cy="347472"/>
          </a:xfrm>
          <a:prstGeom prst="rect">
            <a:avLst/>
          </a:prstGeom>
          <a:solidFill>
            <a:srgbClr val="E0F4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" y="2395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Sub-need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44852" y="1389888"/>
            <a:ext cx="-210312" cy="301752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8760" y="1691640"/>
            <a:ext cx="10515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08760" y="16916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34540" y="2075688"/>
            <a:ext cx="0" cy="32004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77340" y="2395728"/>
            <a:ext cx="914400" cy="347472"/>
          </a:xfrm>
          <a:prstGeom prst="rect">
            <a:avLst/>
          </a:prstGeom>
          <a:solidFill>
            <a:srgbClr val="E0F4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77340" y="2395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Sub-need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44852" y="1389888"/>
            <a:ext cx="1024128" cy="301752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1691640"/>
            <a:ext cx="10515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16916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8980" y="2075688"/>
            <a:ext cx="0" cy="32004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11780" y="2395728"/>
            <a:ext cx="914400" cy="347472"/>
          </a:xfrm>
          <a:prstGeom prst="rect">
            <a:avLst/>
          </a:prstGeom>
          <a:solidFill>
            <a:srgbClr val="E0F4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1780" y="2395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Sub-need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0" y="960120"/>
            <a:ext cx="466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0" y="96012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9392" y="9784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79392" y="12618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opportunities contain sub-opportunities, which can be broken down further.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0" y="1874520"/>
            <a:ext cx="466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0" y="187452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9392" y="1892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Discovered, not invented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79392" y="21762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come from customers, not from internal brainstorming sessions.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0" y="2788920"/>
            <a:ext cx="466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0" y="278892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9392" y="28072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79392" y="30906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interviews surface new opportunities. The space changes over time.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0" y="3703320"/>
            <a:ext cx="466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14800" y="370332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9392" y="37216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Strategy-filtered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279392" y="40050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opportunities connected to the current outcome and strategic direction belong in the tree.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diagram to connect outcome, opportunities, solutions, and tests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960120"/>
            <a:ext cx="2103120" cy="4572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0160" y="960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1417320"/>
            <a:ext cx="-1234440" cy="27432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91640"/>
            <a:ext cx="13716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137160" cy="27432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1691640"/>
            <a:ext cx="13716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1417320"/>
            <a:ext cx="1508760" cy="27432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1691640"/>
            <a:ext cx="13716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2075688"/>
            <a:ext cx="0" cy="301752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377440"/>
            <a:ext cx="118872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77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075688"/>
            <a:ext cx="0" cy="301752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83080" y="2377440"/>
            <a:ext cx="118872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2377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2075688"/>
            <a:ext cx="0" cy="301752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2377440"/>
            <a:ext cx="118872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2377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5840" y="2724912"/>
            <a:ext cx="0" cy="292608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17520"/>
            <a:ext cx="1097280" cy="320040"/>
          </a:xfrm>
          <a:prstGeom prst="rect">
            <a:avLst/>
          </a:prstGeom>
          <a:solidFill>
            <a:srgbClr val="E0F4F4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77440" y="2724912"/>
            <a:ext cx="0" cy="292608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0" y="3017520"/>
            <a:ext cx="1097280" cy="320040"/>
          </a:xfrm>
          <a:prstGeom prst="rect">
            <a:avLst/>
          </a:prstGeom>
          <a:solidFill>
            <a:srgbClr val="E0F4F4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49040" y="2724912"/>
            <a:ext cx="0" cy="292608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3017520"/>
            <a:ext cx="1097280" cy="320040"/>
          </a:xfrm>
          <a:prstGeom prst="rect">
            <a:avLst/>
          </a:prstGeom>
          <a:solidFill>
            <a:srgbClr val="E0F4F4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960120"/>
            <a:ext cx="822960" cy="36576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960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77840" y="987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outcome — defines scope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1691640"/>
            <a:ext cx="8229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77840" y="1719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— customer needs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2377440"/>
            <a:ext cx="82296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77840" y="2404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— ideas to test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3017520"/>
            <a:ext cx="82296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017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77840" y="3044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experiments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3566160"/>
            <a:ext cx="8503920" cy="68580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356616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3566160"/>
            <a:ext cx="8275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OST is never finished. It is a map of what the team currently knows — and doesn't know. It replaces the feature roadmap during discovery.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the outcome — everything else follows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 Layer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7955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is the business need the team has been asked to address. It defines the scope of discovery and determines which opportunities are relevant.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840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outcome is: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3566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— changes in a way the team can detect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customer behaviour — not internal activity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team — not handed down as a feature request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strategy — reflects the playing field the business has chosen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600200"/>
          <a:ext cx="429768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Weak (output-framed)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Strong (outcome-framed)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onboarding flow 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5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30-day retention from 40% to 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reporting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5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weekly active usage by power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Redesign checkout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5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cart abandonment by 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3337560"/>
            <a:ext cx="6400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3337560"/>
            <a:ext cx="8001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team can't explain why this outcome matters strategically, that's a signal the strategy work needs to happen first.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are discovered — not invented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 Layer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75488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emerge from customer interviews. Each interview surfaces real stories — and within those stories are the needs, pain points, and desires that form the opportunity space.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evaluate an opportunity: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457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984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real?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2128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actual customer behaviour, not stated preference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32888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32888"/>
            <a:ext cx="457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328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5511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big enough?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7797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customers have this need? How often does it occur?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99816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99816"/>
            <a:ext cx="457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998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1181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connected to the outcome?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3467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solving this plausibly drive the metric?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66744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66744"/>
            <a:ext cx="457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667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on the playing field?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913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align with the team's strategic direction? (Herbig)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opportunity space: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0" y="196596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weekly customer interviews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interview, capture opportunities surfaced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the OST under the relevant parent opportunity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time, the map fills in and patterns emerge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251960"/>
            <a:ext cx="6400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4251960"/>
            <a:ext cx="8001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ideas can surface hypotheses — but opportunities must be validated by customer evidence before they earn a place in the tree.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many solutions. Commit to none — yet.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 Layer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opportunity you target, generate at least three distinct solutions before evaluating any of them.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00200"/>
            <a:ext cx="260604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19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bet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60020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600200"/>
            <a:ext cx="2606040" cy="73152"/>
          </a:xfrm>
          <a:prstGeom prst="rect">
            <a:avLst/>
          </a:prstGeom>
          <a:solidFill>
            <a:srgbClr val="057A8A"/>
          </a:solidFill>
          <a:ln w="12700">
            <a:solidFill>
              <a:srgbClr val="05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719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solutions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5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dilemma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60020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600200"/>
            <a:ext cx="2606040" cy="73152"/>
          </a:xfrm>
          <a:prstGeom prst="rect">
            <a:avLst/>
          </a:prstGeom>
          <a:solidFill>
            <a:srgbClr val="1A5C4A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719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solutions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creative comparison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670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generate good solutions: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03580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 ideation — 15 to 20 minutes per opportunity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full trio — engineers see technical possibilities designers miss, and vice versa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across modalities: UI change, notification, onboarding, pricing, workflow, integration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87952"/>
            <a:ext cx="8229600" cy="64008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87952"/>
            <a:ext cx="6400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187952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only one solution under an opportunity in the OST, you haven't really ideated yet.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must be true for this solution to work?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 Layer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38912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assumption is any belief the team holds that, if false, would cause the solution to fail.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08760"/>
            <a:ext cx="19202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27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customers want this?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50876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508760"/>
            <a:ext cx="1920240" cy="274320"/>
          </a:xfrm>
          <a:prstGeom prst="rect">
            <a:avLst/>
          </a:prstGeom>
          <a:solidFill>
            <a:srgbClr val="057A8A"/>
          </a:solidFill>
          <a:ln w="12700">
            <a:solidFill>
              <a:srgbClr val="05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527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1828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 for the business?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508760"/>
            <a:ext cx="19202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527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1828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team build it?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150876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508760"/>
            <a:ext cx="1920240" cy="27432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527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1828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customers use it effectively?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process: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2944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assumptions behind each of your top solutions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riskiest assumption — the one that, if false, kills the solution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smallest possible test to evaluate 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test, collect evidence, update the OST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69080"/>
            <a:ext cx="6400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069080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riskiest assumption first. If it fails, you've saved the cost of building the wrong thing.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 to at least one customer every week. No exceptions.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33272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Minimum: 1 interview / week per trio    ·    Ideal: 2–3 / week    ·    Duration: 30–60 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4114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19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recruits?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1305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ongoing opt-in pool of customers willing to talk regularly — a continuous interview pipeline. Don't recruit from scratch each week.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7830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783080"/>
            <a:ext cx="4114800" cy="292608"/>
          </a:xfrm>
          <a:prstGeom prst="rect">
            <a:avLst/>
          </a:prstGeom>
          <a:solidFill>
            <a:srgbClr val="057A8A"/>
          </a:solidFill>
          <a:ln w="12700">
            <a:solidFill>
              <a:srgbClr val="05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819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attends?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21305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members of the product trio. Not observers behind glass. Not a researcher relaying findings. The full trio on every call.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weekly?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stay fresh — decisions are based on recent reality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emerge faster — the team builds genuine customer intuition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are challenged before they become baked-in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about the past. Never ask about the future.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960120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about the last time you [experienced this situation]."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probes: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happened right before that?"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did you do next?"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did you feel at that point?"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were you hoping would happen?"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783080"/>
            <a:ext cx="3840480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240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"Would you use a feature that…?"</a:t>
            </a:r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hypothetical — not real behaviour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624328"/>
            <a:ext cx="3840480" cy="0"/>
          </a:xfrm>
          <a:prstGeom prst="line">
            <a:avLst/>
          </a:prstGeom>
          <a:noFill/>
          <a:ln w="6350">
            <a:solidFill>
              <a:srgbClr val="B2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6791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often do you…?"</a:t>
            </a:r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generalisation, not specific story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063240"/>
            <a:ext cx="3840480" cy="0"/>
          </a:xfrm>
          <a:prstGeom prst="line">
            <a:avLst/>
          </a:prstGeom>
          <a:noFill/>
          <a:ln w="6350">
            <a:solidFill>
              <a:srgbClr val="B2E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1181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you want?"</a:t>
            </a:r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solution-seeking, not need-seeking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229600" cy="658368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60520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160520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reveal behaviour as it actually happened. When customers describe what they did, they can't retrofit the answer they think you want to hear.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Synthesise immediately. Don't let insights get lost.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75488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interview snapshot is a single-page document completed immediately after each interview. It captures the story and the opportunities it surfaced.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8308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764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are, their role, their situation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60020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01568" y="178308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1764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narrative of the experience from the interview, in sequence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60020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78308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1764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surfaced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Needs, pain points, or desires that emerged from the story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28803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2862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quotes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quotes from the customer that carry the most signal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69748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01568" y="28803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86200" y="2862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 additions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8620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opportunities to add or update in the tree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041648"/>
            <a:ext cx="8229600" cy="749808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041648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4041648"/>
            <a:ext cx="8001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snapshot within one hour of the interview. Many teams block 15 minutes immediately after the call. A library of snapshots is one of the most valuable assets a product team can build.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build. Test.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B2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875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List assumptions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98755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true for this solution to work?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8229600" cy="493776"/>
          </a:xfrm>
          <a:prstGeom prst="rect">
            <a:avLst/>
          </a:prstGeom>
          <a:solidFill>
            <a:srgbClr val="E0F4F4"/>
          </a:solidFill>
          <a:ln w="6350">
            <a:solidFill>
              <a:srgbClr val="B2E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08760"/>
            <a:ext cx="1920240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5361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Rank by 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53619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assumption, if false, kills this solution?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8229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B2E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057400"/>
            <a:ext cx="1920240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0848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 the test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08483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smallest way to evaluate it?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8229600" cy="493776"/>
          </a:xfrm>
          <a:prstGeom prst="rect">
            <a:avLst/>
          </a:prstGeom>
          <a:solidFill>
            <a:srgbClr val="E0F4F4"/>
          </a:solidFill>
          <a:ln w="6350">
            <a:solidFill>
              <a:srgbClr val="B2E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06040"/>
            <a:ext cx="1920240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6334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Set a threshold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263347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would change our mind?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8229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B2E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54680"/>
            <a:ext cx="1920240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1821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Run and evaluate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14600" y="318211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get that evidence?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tests: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490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door: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anyone click on something that doesn't exist yet?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37490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test: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sketch to 5 customers — does it make sense?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23160" y="42245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assumed behaviour pattern exist in the data?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42245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of Oz: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simulate the experience before automating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can't solve everything. Choose well.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82880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005840"/>
            <a:ext cx="1828800" cy="1645920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828800" cy="1645920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Deprioritise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2651760"/>
            <a:ext cx="1828800" cy="1645920"/>
          </a:xfrm>
          <a:prstGeom prst="rect">
            <a:avLst/>
          </a:prstGeom>
          <a:solidFill>
            <a:srgbClr val="E0F4F4"/>
          </a:solidFill>
          <a:ln w="12700">
            <a:solidFill>
              <a:srgbClr val="B2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for now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37360" y="219090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 rot="16200000">
            <a:off x="-1389888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↑ Importance ↓ Low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← Satisfaction (current) → High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10058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evaluate an opportunity: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141732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141732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14447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size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53712" y="17099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customers are affected? How frequently does this occur?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2258568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2258568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2286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53712" y="25511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is this opportunity connected to the team's outcome metric?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3099816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0" y="3099816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3127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gap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53712" y="33924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poorly is this need currently being met? High gap = high opportunity.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658368"/>
          </a:xfrm>
          <a:prstGeom prst="rect">
            <a:avLst/>
          </a:prstGeom>
          <a:solidFill>
            <a:srgbClr val="E0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60520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4160520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move: identify ONE target opportunity per cycle. This creates clarity and prevents spreading effort too thin.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cycle that never stops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" y="1005840"/>
            <a:ext cx="1783080" cy="658368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005840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Outcome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(Strategy + OKRs)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50592" y="10332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51760" y="1335024"/>
            <a:ext cx="914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005840"/>
            <a:ext cx="17830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16352" y="1005840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25112" y="10332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26280" y="1335024"/>
            <a:ext cx="914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005840"/>
            <a:ext cx="17830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90872" y="1005840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Space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99632" y="10332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1335024"/>
            <a:ext cx="914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005840"/>
            <a:ext cx="17830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65392" y="1005840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Target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74152" y="10332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92240" y="2377440"/>
            <a:ext cx="1783080" cy="658368"/>
          </a:xfrm>
          <a:prstGeom prst="rect">
            <a:avLst/>
          </a:prstGeom>
          <a:solidFill>
            <a:srgbClr val="057A8A"/>
          </a:solidFill>
          <a:ln w="12700">
            <a:solidFill>
              <a:srgbClr val="057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65392" y="2377440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Solutions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74152" y="24048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0" y="2706624"/>
            <a:ext cx="914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377440"/>
            <a:ext cx="1783080" cy="658368"/>
          </a:xfrm>
          <a:prstGeom prst="rect">
            <a:avLst/>
          </a:prstGeom>
          <a:solidFill>
            <a:srgbClr val="057A8A"/>
          </a:solidFill>
          <a:ln w="12700">
            <a:solidFill>
              <a:srgbClr val="057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90872" y="2377440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9632" y="24048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26280" y="2706624"/>
            <a:ext cx="914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2377440"/>
            <a:ext cx="1783080" cy="658368"/>
          </a:xfrm>
          <a:prstGeom prst="rect">
            <a:avLst/>
          </a:prstGeom>
          <a:solidFill>
            <a:srgbClr val="057A8A"/>
          </a:solidFill>
          <a:ln w="12700">
            <a:solidFill>
              <a:srgbClr val="057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816352" y="2377440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25112" y="24048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651760" y="2706624"/>
            <a:ext cx="914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2377440"/>
            <a:ext cx="1783080" cy="658368"/>
          </a:xfrm>
          <a:prstGeom prst="rect">
            <a:avLst/>
          </a:prstGeom>
          <a:solidFill>
            <a:srgbClr val="057A8A"/>
          </a:solidFill>
          <a:ln w="12700">
            <a:solidFill>
              <a:srgbClr val="057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41832" y="2377440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Impact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50592" y="24048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439912" y="1664208"/>
            <a:ext cx="0" cy="713232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183794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67512" y="2377440"/>
            <a:ext cx="0" cy="-713232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183794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57200" y="3520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parallel with delivery — not before or after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may evolve as strategy evolves; the loop adapts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cycle makes the team sharper — better interviews, better OSTs, faster tests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products have users too — discover what they actually need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Perspective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products are built for threat models — not for the humans who operate them. Continuous discovery fixes this.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Customer type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Examples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Key discovery focus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B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operators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analysts, incident responders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fatigue, investigation workflow friction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buyers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CISOs, IT managers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visibility, audit trails, reporting pain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 using security-facing 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friction, unclear policies, compliance burden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4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24612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246120"/>
            <a:ext cx="64008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" y="32826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data sensitivity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2648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about security workflows may surface sensitive details. Obtain explicit consent; anonymise snapshots.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324612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3246120"/>
            <a:ext cx="64008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18888" y="32826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 = highest signal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18888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users work around security tooling, that is your most important discovery finding — not a compliance failure.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3904488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904488"/>
            <a:ext cx="64008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" y="39410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≈ assumption testing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2648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ask 'what must be true for this to be safe/effective?' and identify where the critical risk lives.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3904488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3904488"/>
            <a:ext cx="64008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18888" y="39410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5th assumption type: Security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18888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malicious actor exploit this solution pathway? Add this to Desirability, Viability, Feasibility, Usability.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365760" cy="49971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28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small. Start now.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wait for perfect.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8321040" cy="566928"/>
          </a:xfrm>
          <a:prstGeom prst="rect">
            <a:avLst/>
          </a:prstGeom>
          <a:solidFill>
            <a:srgbClr val="02222A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98448"/>
            <a:ext cx="41148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to strategy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5727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team's outcome to the company's strategic narrative. Unclear link = do that work first.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920240"/>
            <a:ext cx="8321040" cy="566928"/>
          </a:xfrm>
          <a:prstGeom prst="rect">
            <a:avLst/>
          </a:prstGeom>
          <a:solidFill>
            <a:srgbClr val="02222A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920240"/>
            <a:ext cx="41148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2024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47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one interview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1945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design a programme. Book one 30-minute call with a customer this week.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2542032"/>
            <a:ext cx="8321040" cy="566928"/>
          </a:xfrm>
          <a:prstGeom prst="rect">
            <a:avLst/>
          </a:prstGeom>
          <a:solidFill>
            <a:srgbClr val="02222A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542032"/>
            <a:ext cx="41148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54203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569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 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8163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two or three opportunities. Making the tree visible changes how the team thinks.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163824"/>
            <a:ext cx="8321040" cy="566928"/>
          </a:xfrm>
          <a:prstGeom prst="rect">
            <a:avLst/>
          </a:prstGeom>
          <a:solidFill>
            <a:srgbClr val="02222A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163824"/>
            <a:ext cx="41148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6382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3191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three assumptions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4381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most confident solution. List three things that must be true for it to work.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3785616"/>
            <a:ext cx="8321040" cy="566928"/>
          </a:xfrm>
          <a:prstGeom prst="rect">
            <a:avLst/>
          </a:prstGeom>
          <a:solidFill>
            <a:srgbClr val="02222A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785616"/>
            <a:ext cx="41148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8561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7280" y="3813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weekly rhythm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40599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30 minutes per week as discovery time. Protect it like a standup.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48463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reading: Continuous Discovery Habits — Teresa Torres  ·  Real Progress — Tim Herbig  ·  producttalk.org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Discovery Habits — Introduction Course</dc:title>
  <dc:subject>PptxGenJS Presentation</dc:subject>
  <dc:creator>Stefan</dc:creator>
  <cp:lastModifiedBy>Stefan</cp:lastModifiedBy>
  <cp:revision>1</cp:revision>
  <dcterms:created xsi:type="dcterms:W3CDTF">2026-04-28T08:16:28Z</dcterms:created>
  <dcterms:modified xsi:type="dcterms:W3CDTF">2026-04-28T08:16:28Z</dcterms:modified>
</cp:coreProperties>
</file>